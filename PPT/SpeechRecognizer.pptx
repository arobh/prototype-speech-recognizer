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2E86AB">
              <a:alpha val="30000"/>
            </a:srgbClr>
          </a:solidFill>
          <a:ln w="1270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5BA4C8">
              <a:alpha val="25000"/>
            </a:srgbClr>
          </a:solidFill>
          <a:ln w="12700">
            <a:solidFill>
              <a:srgbClr val="5BA4C8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Recognizer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voice command classifier from scratch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Audio Processing · Python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7280" cy="640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or loads audio of spoken sentences and converts them to WAV format for processing.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01568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MFCC features (120 dimensions) from each audio clip to represent the sound mathematically.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13258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36208" y="248716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Random Forest model to recognize which sentence was spoken from the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457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37160" y="10972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data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built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" y="2103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139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" y="27614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7980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samples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" y="34198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3456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speeds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" y="40782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B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88720" y="4114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B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Generation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9601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101 command sentences was synthesized using the espeak TTS engine at 5 different speaking speeds — slow, medium, normal, medium-fast, and fast. This gave us consistent coverage across all sentence classes.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22860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sentences: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6517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on the lights"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weather today"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a timer for 5 minutes"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 some music"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It Realistic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augmentation, TTS audio gives 100% accuracy — a misleading result. These techniques force the model to generalize.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08760"/>
            <a:ext cx="64008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618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 Clean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— baseline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5087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508760"/>
            <a:ext cx="64008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618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Noisy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0712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noise added (10–20 dB SNR)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508760"/>
            <a:ext cx="64008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6184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⏩  Stretched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99632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variation ±15%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80360"/>
            <a:ext cx="64008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90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  Pitched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shifted ±3 semitones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880360"/>
            <a:ext cx="2560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880360"/>
            <a:ext cx="64008" cy="11430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2990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🌀  Noisy + Pitched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0712" y="3383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noise and pitch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MFCCs?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Mel-Frequency Cepstral Coefficients (MFCCs) mimic how the human ear perceives sound. They compress audio into a compact set of numbers that capture the key characteristics of speech — much better than raw waveforms.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extract per clip: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MFCC mean values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MFCC standard deviations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Delta MFCC means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005840"/>
            <a:ext cx="3474720" cy="502920"/>
          </a:xfrm>
          <a:prstGeom prst="rect">
            <a:avLst/>
          </a:prstGeom>
          <a:solidFill>
            <a:srgbClr val="EBF4F8"/>
          </a:solidFill>
          <a:ln w="12700">
            <a:solidFill>
              <a:srgbClr val="C0DC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WAV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A4C8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0" y="1783080"/>
            <a:ext cx="3474720" cy="502920"/>
          </a:xfrm>
          <a:prstGeom prst="rect">
            <a:avLst/>
          </a:prstGeom>
          <a:solidFill>
            <a:srgbClr val="EBF4F8"/>
          </a:solidFill>
          <a:ln w="12700">
            <a:solidFill>
              <a:srgbClr val="C0D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7830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(40)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A4C8"/>
                </a:solidFill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560320"/>
            <a:ext cx="3474720" cy="502920"/>
          </a:xfrm>
          <a:prstGeom prst="rect">
            <a:avLst/>
          </a:prstGeom>
          <a:solidFill>
            <a:srgbClr val="EBF4F8"/>
          </a:solidFill>
          <a:ln w="12700">
            <a:solidFill>
              <a:srgbClr val="C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5603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MFCC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A4C8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3337560"/>
            <a:ext cx="3474720" cy="502920"/>
          </a:xfrm>
          <a:prstGeom prst="rect">
            <a:avLst/>
          </a:prstGeom>
          <a:solidFill>
            <a:srgbClr val="EBF4F8"/>
          </a:solidFill>
          <a:ln w="12700">
            <a:solidFill>
              <a:srgbClr val="C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3375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120-dim vector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A4C8"/>
                </a:solidFill>
              </a:rPr>
              <a:t>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114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13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224028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2313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4028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231343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Samples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5021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/ 25%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3429000"/>
            <a:ext cx="256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37560" y="350215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37560" y="3931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100% Accuracy Is Not Real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463040"/>
          </a:xfrm>
          <a:prstGeom prst="rect">
            <a:avLst/>
          </a:prstGeom>
          <a:solidFill>
            <a:srgbClr val="EBF4F8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Synthetic Audio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audio was generated by the same TTS engine (espeak). The model memorizes the robot voice, not real speech patterns.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4023360" cy="1463040"/>
          </a:xfrm>
          <a:prstGeom prst="rect">
            <a:avLst/>
          </a:prstGeom>
          <a:solidFill>
            <a:srgbClr val="EBF4F8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48132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Data Leakage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sets come from the same generator with the same settings — there is no true unseen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4023360" cy="1463040"/>
          </a:xfrm>
          <a:prstGeom prst="rect">
            <a:avLst/>
          </a:prstGeom>
          <a:solidFill>
            <a:srgbClr val="EBF4F8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  Real Test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record your own voice, accuracy drops to 10–40%. That is the honest number for a prototype.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46320" y="3063240"/>
            <a:ext cx="4023360" cy="1463040"/>
          </a:xfrm>
          <a:prstGeom prst="rect">
            <a:avLst/>
          </a:prstGeom>
          <a:solidFill>
            <a:srgbClr val="EBF4F8"/>
          </a:solidFill>
          <a:ln w="12700">
            <a:solidFill>
              <a:srgbClr val="D0E8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31729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The Fix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(noise, pitch, speed) was added to force the model to generalize, bringing accuracy to a realistic 60–85%.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Your Own Voice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124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sentence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one of the 101 training sentences out loud, e.g. "turn on the lights".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84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WAV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16 kHz mono. Any phone recorder or Audacity works fine.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044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Kaggle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383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+ Add Input → Upload → New Dataset and upload your WAV file.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050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recognition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343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MY_AUDIO = "/kaggle/input/your-dataset/your-file.wav" in Cell 10, then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F4D5D5"/>
          </a:solidFill>
          <a:ln w="12700">
            <a:solidFill>
              <a:srgbClr val="F4D5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1A1A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D5EDD5"/>
          </a:solidFill>
          <a:ln w="12700">
            <a:solidFill>
              <a:srgbClr val="D5ED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5C1A"/>
                </a:solidFill>
              </a:rPr>
              <a:t>Possible Improvements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vocabulary — only 101 sentences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training data, not real voices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hurts accuracy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language (English) only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46320" y="16002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real human voice datasets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deep learning (CNN/RNN) models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noise robustness in pipeline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multilingual commands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2E86AB">
              <a:alpha val="25000"/>
            </a:srgbClr>
          </a:solidFill>
          <a:ln w="12700">
            <a:solidFill>
              <a:srgbClr val="2E86AB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5BA4C8">
              <a:alpha val="20000"/>
            </a:srgbClr>
          </a:solidFill>
          <a:ln w="12700">
            <a:solidFill>
              <a:srgbClr val="5BA4C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4173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speech classifier using MFCC features and Random Forest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221992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2221992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alone gives misleading accuracy — augmentation is essential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026664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3026664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performance depends on using real voices in training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831336"/>
            <a:ext cx="347472" cy="347472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3831336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foundation to build on with deep learning and larger datasets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Speech Recognizer Project</dc:title>
  <dc:subject>PptxGenJS Presentation</dc:subject>
  <dc:creator>PptxGenJS</dc:creator>
  <cp:lastModifiedBy>PptxGenJS</cp:lastModifiedBy>
  <cp:revision>1</cp:revision>
  <dcterms:created xsi:type="dcterms:W3CDTF">2026-04-17T02:44:08Z</dcterms:created>
  <dcterms:modified xsi:type="dcterms:W3CDTF">2026-04-17T02:44:08Z</dcterms:modified>
</cp:coreProperties>
</file>